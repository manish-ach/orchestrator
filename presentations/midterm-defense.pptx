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Containerized CI/CD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Platform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58368" y="2788920"/>
            <a:ext cx="292608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Mid-Term Project Defense</a:t>
            </a:r>
            <a:endParaRPr lang="en-US" sz="1800" dirty="0"/>
          </a:p>
        </p:txBody>
      </p:sp>
      <p:pic>
        <p:nvPicPr>
          <p:cNvPr id="6" name="Image 0" descr="/tmp/pptx-build/logos/ru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4160520"/>
            <a:ext cx="548640" cy="548640"/>
          </a:xfrm>
          <a:prstGeom prst="rect">
            <a:avLst/>
          </a:prstGeom>
        </p:spPr>
      </p:pic>
      <p:pic>
        <p:nvPicPr>
          <p:cNvPr id="7" name="Image 1" descr="/tmp/pptx-build/logos/pyth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435608" y="4160520"/>
            <a:ext cx="548640" cy="548640"/>
          </a:xfrm>
          <a:prstGeom prst="rect">
            <a:avLst/>
          </a:prstGeom>
        </p:spPr>
      </p:pic>
      <p:pic>
        <p:nvPicPr>
          <p:cNvPr id="8" name="Image 2" descr="/tmp/pptx-build/logos/fastapi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212848" y="4160520"/>
            <a:ext cx="548640" cy="548640"/>
          </a:xfrm>
          <a:prstGeom prst="rect">
            <a:avLst/>
          </a:prstGeom>
        </p:spPr>
      </p:pic>
      <p:pic>
        <p:nvPicPr>
          <p:cNvPr id="9" name="Image 3" descr="/tmp/pptx-build/logos/docke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990088" y="4160520"/>
            <a:ext cx="548640" cy="548640"/>
          </a:xfrm>
          <a:prstGeom prst="rect">
            <a:avLst/>
          </a:prstGeom>
        </p:spPr>
      </p:pic>
      <p:pic>
        <p:nvPicPr>
          <p:cNvPr id="10" name="Image 4" descr="/tmp/pptx-build/logos/js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767328" y="41605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project?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self-hosted platform that runs build, test and deploy jobs 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many machines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each job isolated in a container.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a single centralized server, if one worker fails its job is re-assigned automatically.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17373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32004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12064" y="349300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pushes code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3108960"/>
            <a:ext cx="17373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60904" y="32004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60904" y="349300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3108960"/>
            <a:ext cx="17373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32004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9744" y="349300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in containers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03720" y="3108960"/>
            <a:ext cx="17373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58584" y="32004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58584" y="349300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status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94560" y="3474720"/>
            <a:ext cx="41148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343400" y="3474720"/>
            <a:ext cx="41148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92240" y="3474720"/>
            <a:ext cx="41148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pieces fit together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2103120" cy="914400"/>
          </a:xfrm>
          <a:prstGeom prst="rect">
            <a:avLst/>
          </a:prstGeom>
          <a:solidFill>
            <a:srgbClr val="F4F4F4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69164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12064" y="198424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— scheduler,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health, queue</a:t>
            </a:r>
            <a:endParaRPr lang="en-US" sz="950" dirty="0"/>
          </a:p>
        </p:txBody>
      </p:sp>
      <p:pic>
        <p:nvPicPr>
          <p:cNvPr id="8" name="Image 0" descr="/tmp/pptx-build/logos/ru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40280" y="1664208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063240"/>
            <a:ext cx="2103120" cy="777240"/>
          </a:xfrm>
          <a:prstGeom prst="rect">
            <a:avLst/>
          </a:prstGeom>
          <a:solidFill>
            <a:srgbClr val="F4F4F4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" y="315468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Parser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12064" y="344728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— YAML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plan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 flipV="1">
            <a:off x="1508760" y="2514600"/>
            <a:ext cx="0" cy="54864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309360" y="1280160"/>
            <a:ext cx="237744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64224" y="137160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A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364224" y="1664208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309360" y="2103120"/>
            <a:ext cx="237744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64224" y="219456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B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364224" y="2487168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309360" y="2926080"/>
            <a:ext cx="237744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64224" y="301752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364224" y="3310128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 flipV="1">
            <a:off x="2560320" y="1609344"/>
            <a:ext cx="3749040" cy="265176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2560320" y="2057400"/>
            <a:ext cx="3749040" cy="374904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2560320" y="2240280"/>
            <a:ext cx="3749040" cy="1014984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3017520" y="14173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jobs / heartbeats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309360" y="3931920"/>
            <a:ext cx="23774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dash"/>
          </a:ln>
        </p:spPr>
      </p:sp>
      <p:sp>
        <p:nvSpPr>
          <p:cNvPr id="27" name="Text 24"/>
          <p:cNvSpPr/>
          <p:nvPr/>
        </p:nvSpPr>
        <p:spPr>
          <a:xfrm>
            <a:off x="6364224" y="402336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Runner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364224" y="431596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— runs the command</a:t>
            </a:r>
            <a:endParaRPr lang="en-US" sz="950" dirty="0"/>
          </a:p>
        </p:txBody>
      </p:sp>
      <p:pic>
        <p:nvPicPr>
          <p:cNvPr id="29" name="Image 1" descr="/tmp/pptx-build/logos/dock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75320" y="3986784"/>
            <a:ext cx="256032" cy="256032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7498080" y="3584448"/>
            <a:ext cx="0" cy="347472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3063240" y="3931920"/>
            <a:ext cx="265176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dash"/>
          </a:ln>
        </p:spPr>
      </p:sp>
      <p:sp>
        <p:nvSpPr>
          <p:cNvPr id="32" name="Text 28"/>
          <p:cNvSpPr/>
          <p:nvPr/>
        </p:nvSpPr>
        <p:spPr>
          <a:xfrm>
            <a:off x="3118104" y="402336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3118104" y="431596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HTML/JS — reads status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 flipH="1" flipV="1">
            <a:off x="2560320" y="2514600"/>
            <a:ext cx="502920" cy="1746504"/>
          </a:xfrm>
          <a:prstGeom prst="line">
            <a:avLst/>
          </a:prstGeom>
          <a:noFill/>
          <a:ln w="15875">
            <a:solidFill>
              <a:srgbClr val="333333"/>
            </a:solidFill>
            <a:prstDash val="dash"/>
            <a:tailEnd type="triangle"/>
          </a:ln>
        </p:spPr>
      </p:sp>
      <p:sp>
        <p:nvSpPr>
          <p:cNvPr id="35" name="Text 3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= working now    ·    Dashed = in progress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modules, one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programs that talk over HTTP + JSON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3977640" cy="1234440"/>
          </a:xfrm>
          <a:prstGeom prst="rect">
            <a:avLst/>
          </a:prstGeom>
          <a:solidFill>
            <a:srgbClr val="F4F4F4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943100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pic>
        <p:nvPicPr>
          <p:cNvPr id="7" name="Image 0" descr="/tmp/pptx-build/logos/ru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19072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190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Rust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212140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Schedules, tracks health, dispatches jobs.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463040"/>
            <a:ext cx="3977640" cy="1234440"/>
          </a:xfrm>
          <a:prstGeom prst="rect">
            <a:avLst/>
          </a:prstGeom>
          <a:solidFill>
            <a:srgbClr val="F4F4F4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64024" y="1943100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pic>
        <p:nvPicPr>
          <p:cNvPr id="12" name="Image 1" descr="/tmp/pptx-build/logos/pyth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92040" y="1719072"/>
            <a:ext cx="731520" cy="731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60720" y="17190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Parser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Python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760720" y="212140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pipeline.yml, validates, orders jobs.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2880360"/>
            <a:ext cx="3977640" cy="1234440"/>
          </a:xfrm>
          <a:prstGeom prst="rect">
            <a:avLst/>
          </a:prstGeom>
          <a:solidFill>
            <a:srgbClr val="F4F4F4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12064" y="3360420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pic>
        <p:nvPicPr>
          <p:cNvPr id="17" name="Image 2" descr="/tmp/pptx-build/logos/fastapi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" y="3136392"/>
            <a:ext cx="731520" cy="7315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1363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Executor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FastAPI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08760" y="35387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 command in a container, reports result.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09160" y="2880360"/>
            <a:ext cx="3977640" cy="1234440"/>
          </a:xfrm>
          <a:prstGeom prst="rect">
            <a:avLst/>
          </a:prstGeom>
          <a:solidFill>
            <a:srgbClr val="F4F4F4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764024" y="3360420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pic>
        <p:nvPicPr>
          <p:cNvPr id="22" name="Image 3" descr="/tmp/pptx-build/logos/j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92040" y="3136392"/>
            <a:ext cx="731520" cy="7315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60720" y="31363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HTML / JS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760720" y="35387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pipelines, jobs and logs, live.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— Coordinator (the core)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distributed engine works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/tmp/pptx-build/logos/ru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55280" y="3200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3716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API: register, heartbeat, trigger, claim, report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queue + worker registry in memory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 failure detection — a dead worker is caught automatically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463040"/>
            <a:ext cx="3108960" cy="731520"/>
          </a:xfrm>
          <a:prstGeom prst="rect">
            <a:avLst/>
          </a:prstGeom>
          <a:solidFill>
            <a:srgbClr val="F4F4F4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41264" y="155448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541264" y="184708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+ registry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0" y="2743200"/>
            <a:ext cx="141732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41264" y="2971800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A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178040" y="2743200"/>
            <a:ext cx="141732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32904" y="2971800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B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35040" y="2194560"/>
            <a:ext cx="0" cy="54864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5029200" y="23317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 flipH="1" flipV="1">
            <a:off x="6858000" y="2194560"/>
            <a:ext cx="914400" cy="54864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7360920" y="23317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0" y="3886200"/>
            <a:ext cx="310896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5541264" y="397764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Reaper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541264" y="4270248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heartbeat 5s -&gt; offline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040880" y="3474720"/>
            <a:ext cx="0" cy="411480"/>
          </a:xfrm>
          <a:prstGeom prst="line">
            <a:avLst/>
          </a:prstGeom>
          <a:noFill/>
          <a:ln w="15875">
            <a:solidFill>
              <a:srgbClr val="333333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across modules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17320"/>
            <a:ext cx="292608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609344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 (Rust)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66160" y="1609344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E8E8E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6093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0" y="14173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API, heartbeats, failure detection, claim/report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292608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2432304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Parser (Python)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2432304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E8E8E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4323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22402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Parser, validator, planner, CLI, tests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292608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255264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Executor (FastAPI)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3255264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8888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566160" y="32552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30632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+ DB + app skeleton; executor next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292608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4078224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(HTML/JS)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66160" y="4078224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8888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566160" y="40782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38862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shell for 3 pages; data layer next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— Pipeline Parser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a YAML file into an ordered job plan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/tmp/pptx-build/logos/pyth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55280" y="3200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37160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pipeline.yml into typed objects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Validates: unknown stages, bad references, cycles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Topological sort -&gt; execution order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CLI: validate and plan commands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384048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E8E8E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840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645920" y="38587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emit full job details (command, image) to the coordinator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0" y="1828800"/>
            <a:ext cx="12344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41264" y="192024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541264" y="2212848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0" y="2743200"/>
            <a:ext cx="12344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41264" y="283464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541264" y="3127248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486400" y="3657600"/>
            <a:ext cx="12344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41264" y="374904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541264" y="4041648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099048" y="2468880"/>
            <a:ext cx="0" cy="27432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099048" y="3383280"/>
            <a:ext cx="0" cy="27432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223760" y="2743200"/>
            <a:ext cx="1371600" cy="640080"/>
          </a:xfrm>
          <a:prstGeom prst="rect">
            <a:avLst/>
          </a:prstGeom>
          <a:solidFill>
            <a:srgbClr val="F4F4F4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78624" y="283464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models.py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278624" y="312724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 flipH="1">
            <a:off x="6720840" y="3063240"/>
            <a:ext cx="50292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— Command Executor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 job in a container and reports the result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/tmp/pptx-build/logos/fastap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292608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37160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service; the worker calls it over HTTP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command as a subprocess (Docker next)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logs, exit code, timeout, cancel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every job in SQLite (survives restart)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374904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88888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502920" y="3749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645920" y="37673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(config, DB schema, API) built; executor is the current work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0" y="1920240"/>
            <a:ext cx="137160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41264" y="20116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/run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541264" y="2304288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0" y="2880360"/>
            <a:ext cx="137160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5541264" y="297180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subprocess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541264" y="3264408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178040" y="2395728"/>
            <a:ext cx="1417320" cy="685800"/>
          </a:xfrm>
          <a:prstGeom prst="rect">
            <a:avLst/>
          </a:prstGeom>
          <a:solidFill>
            <a:srgbClr val="F4F4F4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32904" y="2487168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232904" y="2779776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+ logs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172200" y="2606040"/>
            <a:ext cx="0" cy="27432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858000" y="2743200"/>
            <a:ext cx="32004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—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 of pipelines, jobs and logs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/tmp/pptx-build/logos/j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01000" y="3200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37160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pages: run list, run detail, job logs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Colour-coded status (green / red / yellow / grey)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Auto-refresh every 3 seconds (plain fetch)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HTML / CSS / JS — no framework needed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374904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88888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502920" y="3749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645920" y="37673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shell built; data layer (fetch + render) is next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0" y="1828800"/>
            <a:ext cx="105156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41264" y="1920240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541264" y="2212848"/>
            <a:ext cx="941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583680" y="1828800"/>
            <a:ext cx="105156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38544" y="1920240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638544" y="2212848"/>
            <a:ext cx="941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680960" y="1828800"/>
            <a:ext cx="105156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35824" y="1920240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35824" y="2212848"/>
            <a:ext cx="941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537960" y="2514600"/>
            <a:ext cx="4572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635240" y="2514600"/>
            <a:ext cx="4572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 end-to-end today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pipeline run, step by step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123444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82880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Trigger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12064" y="2121408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91640" y="2148840"/>
            <a:ext cx="18288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74520" y="1737360"/>
            <a:ext cx="123444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82880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Queue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929384" y="2121408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2148840"/>
            <a:ext cx="18288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91840" y="1737360"/>
            <a:ext cx="123444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6704" y="182880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Claim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46704" y="2121408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takes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26280" y="2148840"/>
            <a:ext cx="18288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09160" y="1737360"/>
            <a:ext cx="123444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4024" y="182880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Run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64024" y="2121408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0" y="2148840"/>
            <a:ext cx="18288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26480" y="1737360"/>
            <a:ext cx="123444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182880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Report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81344" y="2121408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/ fail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60920" y="2148840"/>
            <a:ext cx="18288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543800" y="1737360"/>
            <a:ext cx="123444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98664" y="182880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Status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598664" y="2121408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a worker mid-job and the coordinator detects the failure within seconds.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run each job inside a Docker container instead of a bare subprocess.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to be done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2084832" cy="457200"/>
          </a:xfrm>
          <a:prstGeom prst="rect">
            <a:avLst/>
          </a:prstGeom>
          <a:solidFill>
            <a:srgbClr val="F4F4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199339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Requeue a dead worker's job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stage order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jobs in Docker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24328" y="1371600"/>
            <a:ext cx="2084832" cy="457200"/>
          </a:xfrm>
          <a:prstGeom prst="rect">
            <a:avLst/>
          </a:prstGeom>
          <a:solidFill>
            <a:srgbClr val="F4F4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4328" y="13716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Executor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70048" y="1965960"/>
            <a:ext cx="199339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Subprocess executor + logs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&amp; cancel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endpoints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91456" y="1371600"/>
            <a:ext cx="2084832" cy="457200"/>
          </a:xfrm>
          <a:prstGeom prst="rect">
            <a:avLst/>
          </a:prstGeom>
          <a:solidFill>
            <a:srgbClr val="F4F4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3716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37176" y="1965960"/>
            <a:ext cx="199339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+ 3s refresh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live data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Cross-origin (CORS)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58584" y="1371600"/>
            <a:ext cx="2084832" cy="457200"/>
          </a:xfrm>
          <a:prstGeom prst="rect">
            <a:avLst/>
          </a:prstGeom>
          <a:solidFill>
            <a:srgbClr val="F4F4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58584" y="13716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04304" y="1965960"/>
            <a:ext cx="199339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modules over HTTP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 stack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tests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to final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527048"/>
            <a:ext cx="402336" cy="40233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27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04088" y="1929384"/>
            <a:ext cx="0" cy="384048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5087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execution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150876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 + coordinator job requeue &amp; ordering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402336" cy="40233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4088" y="2734056"/>
            <a:ext cx="0" cy="384048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31343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&amp; display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231343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data layer; wire the modules together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136392"/>
            <a:ext cx="402336" cy="40233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36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4088" y="3538728"/>
            <a:ext cx="0" cy="384048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11810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11810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jobs in Docker; docker-compose the stack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941064"/>
            <a:ext cx="402336" cy="40233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92277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0" y="392277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tests, evaluation, documentation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distributed, containerized CI/CD platform — four independent modules.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Done: the Rust coordinator and the pipeline parser.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progress: the command executor and the dashboard data layer.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do: Docker execution, integration, end-to-end testing.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8046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distributed core works today; remaining work is execution, integration and containerization.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·  Questions?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Containerized CI/CD Orchestration Platform — Mid-Term Defense</dc:title>
  <dc:subject>PptxGenJS Presentation</dc:subject>
  <dc:creator>PptxGenJS</dc:creator>
  <cp:lastModifiedBy>PptxGenJS</cp:lastModifiedBy>
  <cp:revision>1</cp:revision>
  <dcterms:created xsi:type="dcterms:W3CDTF">2026-07-02T14:54:21Z</dcterms:created>
  <dcterms:modified xsi:type="dcterms:W3CDTF">2026-07-02T14:54:21Z</dcterms:modified>
</cp:coreProperties>
</file>